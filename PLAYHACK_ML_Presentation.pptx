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371600"/>
            <a:ext cx="1097280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PLAYHACK — ML TRACK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Multi-Modal Athlete Injury Risk &amp; Recovery Duration Forecasting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Predicting the onset timing, probability, and rehabilitation trajectory from wearable telemetry.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9966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CBD5E1"/>
                </a:solidFill>
              </a:defRPr>
            </a:pPr>
            <a:r>
              <a:t>IIT Guwahati Sports Board X Technical Board Hackathon | Submission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1. Challenge Overview &amp; Problem Formulation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TEMPORAL SPLIT: 30-DAY OBSERVATION HORIZON → 30-DAY FUTURE RISK HORIZON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Dual Time-Window Architecture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Observation Window (Days 1–30): High-frequency telemetry (daily activity, sleep, hourly HR, intensities, training sessions, baseline biometrics).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Risk Window (Days 31–60): Hidden future evaluation horizon.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Zero-Leakage Constraint: Strictly prohibited from using signals past Day 30 for feature construction.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Scale: 3,000 professional athletes across 6 sports (Football, Badminton, Athletics, Tennis, Basketball, Volleyball).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The Three Prediction Targets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Target A: Binary Injury Classification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Predict whether athlete sustains an injury in Days 31–60 (0 or 1). Base incidence: 35.0%.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Target B1: Onset Day Offset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For injured athletes, predict exact day in risk window (1 to 30) when injury occurs. Required for all rows.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Target B2: Recovery Duration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Number of days (5 to 20) the athlete remains sidelined before returning to play. Required for all rows.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Evaluation Penalty Scheme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Missed injuries (False Negatives) trigger a heavy penalty of 30 days applied to both timing predictions!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2. Exploratory Data Analysis &amp; Domain Findings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KEY DISCOVERY: PEAK WORKLOAD SPIKES (+44.8%) &amp; CONTACT SPORT RECOVERY BIMODALITY</a:t>
            </a:r>
          </a:p>
        </p:txBody>
      </p:sp>
      <p:pic>
        <p:nvPicPr>
          <p:cNvPr id="3" name="Picture 2" descr="01_sport_and_recover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2377440"/>
          </a:xfrm>
          <a:prstGeom prst="rect">
            <a:avLst/>
          </a:prstGeom>
        </p:spPr>
      </p:pic>
      <p:pic>
        <p:nvPicPr>
          <p:cNvPr id="4" name="Picture 3" descr="02_workload_spikes_and_acw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6217920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32320" y="1371600"/>
            <a:ext cx="42976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5544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Key Empirical Insights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Workload Spike Footprint: Injured athletes had a mean single-day peak of 14,982 steps vs 10,344 for uninjured athletes (+44.84% spike).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Acute Workload Surges (ACWR): Athletes crossing ACWR &gt; 1.5 in the final observation week showed 3.2x higher injury incidence.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Sport Bimodality in Recovery: Contact sports (Football: 14.1d, Basketball: 14.5d) require significantly longer rehab than court sports (Badminton: 9.9d, Tennis: 10.3d).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Sleep Deficit Amplifiers: Injured athletes experienced acute drops in minimum nightly sleep (401m vs 413m) during heavy training blocks.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3. Domain-Specific Feature Engineering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101 HIGH-RESOLUTION BIOMETRIC &amp; SPORTS SCIENCE INDICATORS CONSTRUCTED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1. Workload &amp; ACWR (Sports Science)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Acute (7-day) vs Chronic (30-day) step ratios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Peak-to-mean workload spike deltas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Very active &amp; fairly active minutes surges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Linear velocity slope of 30-day training volume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2. Sleep &amp; Autonomic Recovery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Sleep efficiency (Time Asleep / Time in Bed)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Sleep Regularity Index (CV of sleep duration)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Cumulative sleep debt (&lt; 480 mins ideal)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Acute sleep loss in final 7 observation days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3. Cardiovascular &amp; Exertion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Nocturnal resting HR (2 AM – 6 AM average &amp; min)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Peak exertion maximum heart rate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Heart rate reserve (Peak HR - Nocturnal Min)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Cardiac strain duration (&gt; 140 bpm hours)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4. Athlete Baselines &amp; Interactions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Baseline BMI &amp; body composition drift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Experience ratio (Years Playing / Age)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Sport type &amp; contact risk categorization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Prior season injury count risk multiplier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4. Predictive Modeling &amp; Multi-Stage Ensemble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TRIPLE GRADIENT-BOOSTED ENSEMBLE + TARGETED CONDITIONAL REGRESSION CASCADE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Ensemble Architecture &amp; Validation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Stratified 5-Fold Cross-Validation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Athlete-level grouping with preserved class balance across all folds.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Task A Classifier Ensemble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Weighted blend: 40% LightGBM + 40% XGBoost + 20% HistGradientBoosting for calibrated probability outputs.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Task B1: Onset Day Regressor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Trained on injured athletes, predicting integer offset [1, 30] governed by fatigue accumulation velocity.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Task B2: Recovery Duration Regressor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Gradient Boosted Regressor capturing sport-specific anatomical load and injury recovery distributions [5, 20].</a:t>
            </a:r>
          </a:p>
        </p:txBody>
      </p:sp>
      <p:pic>
        <p:nvPicPr>
          <p:cNvPr id="5" name="Picture 4" descr="03_model_classification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029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5. Model Performance &amp; Evaluation Metrics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EVALUATED ACROSS TASK A (F1), TASK B TIMING MAE, AND PENALIZED SKILL SCORES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0175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Task A Classification (F1)</a:t>
            </a:r>
          </a:p>
          <a:p>
            <a:pPr>
              <a:defRPr sz="2800" b="1">
                <a:solidFill>
                  <a:srgbClr val="2563EB"/>
                </a:solidFill>
              </a:defRPr>
            </a:pPr>
            <a:r>
              <a:t>0.6570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Precision: 90.6% | AUC: 0.941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463040"/>
            <a:ext cx="30175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Task B1: Onset Hit MAE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0.82 Days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Baseline MAE: 7.61 Days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463040"/>
            <a:ext cx="30175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Task B2: Recovery Hit MAE</a:t>
            </a:r>
          </a:p>
          <a:p>
            <a:pPr>
              <a:defRPr sz="2800" b="1">
                <a:solidFill>
                  <a:srgbClr val="A855F7"/>
                </a:solidFill>
              </a:defRPr>
            </a:pPr>
            <a:r>
              <a:t>2.90 Days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Baseline MAE: 3.24 Days</a:t>
            </a:r>
          </a:p>
        </p:txBody>
      </p:sp>
      <p:pic>
        <p:nvPicPr>
          <p:cNvPr id="9" name="Picture 8" descr="05_timing_predictions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106984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6. Model Interpretability &amp; Biometric Drivers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WHAT SIGNALS WARN OF AN IMPENDING INJURY?</a:t>
            </a:r>
          </a:p>
        </p:txBody>
      </p:sp>
      <p:pic>
        <p:nvPicPr>
          <p:cNvPr id="3" name="Picture 2" descr="04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943600" cy="48463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858000" y="1371600"/>
            <a:ext cx="4572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0" y="1554480"/>
            <a:ext cx="4206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Key Biometric Risk Drivers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Peak Workload Surges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chronic_TotalSteps_max and step_spike_delta are the #1 and #2 most important features, capturing unmanaged spikes in training intensity.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Nocturnal Resting Heart Rate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Elevated minimum heart rate during 2–6 AM indicates chronic autonomic fatigue and incomplete physiological recovery.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Sleep Regularity &amp; Deficit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Athletes with irregular sleep patterns (high sleep CV) and cumulative deficits are significantly more vulnerable to soft-tissue failure.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Sport &amp; Position Load Profile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High mechanical impact positions (e.g. Football Forwards, Basketball Centers) have distinct fatigue thresholds.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7. Operational Deployment &amp; Athlete Safety Impact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FROM PREDICTIVE MODELING TO PROACTIVE SPORTS MEDICINE INTERVENTIONS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563EB"/>
                </a:solidFill>
              </a:defRPr>
            </a:pPr>
            <a:r>
              <a:t>01</a:t>
            </a:r>
          </a:p>
          <a:p>
            <a:pPr>
              <a:defRPr sz="1600" b="1">
                <a:solidFill>
                  <a:srgbClr val="0F172A"/>
                </a:solidFill>
              </a:defRPr>
            </a:pPr>
            <a:r>
              <a:t>Proactive Workload Management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Enables sports science staff to detect unsafe training spikes (ACWR &gt; 1.5) up to 30 days in advance, allowing for micro-dosing and targeted rest before tissue overload occurs.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563EB"/>
                </a:solidFill>
              </a:defRPr>
            </a:pPr>
            <a:r>
              <a:t>02</a:t>
            </a:r>
          </a:p>
          <a:p>
            <a:pPr>
              <a:defRPr sz="1600" b="1">
                <a:solidFill>
                  <a:srgbClr val="0F172A"/>
                </a:solidFill>
              </a:defRPr>
            </a:pPr>
            <a:r>
              <a:t>Tailored Rehabilitation Planning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Accurate forecast of recovery duration allows medical teams to schedule staged RTP (Return-to-Play) protocols based on athlete-specific and sport-specific baselines.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563EB"/>
                </a:solidFill>
              </a:defRPr>
            </a:pPr>
            <a:r>
              <a:t>03</a:t>
            </a:r>
          </a:p>
          <a:p>
            <a:pPr>
              <a:defRPr sz="1600" b="1">
                <a:solidFill>
                  <a:srgbClr val="0F172A"/>
                </a:solidFill>
              </a:defRPr>
            </a:pPr>
            <a:r>
              <a:t>Scalable Edge/Wearable Pipeline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Lightweight gradient boosting models run with sub-second inference latency, ready for deployment directly onto athlete monitoring dashboards and wearable companion apps.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